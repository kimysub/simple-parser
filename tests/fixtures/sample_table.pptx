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Data Slide</a:t>
            </a:r>
          </a:p>
        </p:txBody>
      </p:sp>
      <p:graphicFrame>
        <p:nvGraphicFramePr>
          <p:cNvPr id="4" name="Table 3"/>
          <p:cNvGraphicFramePr/>
          <p:nvPr/>
        </p:nvGraphicFramePr>
        <a:graphic>
          <a:graphicData uri="http://schemas.openxmlformats.org/drawingml/2006/table">
            <a:tbl>
              <a:tblGrid>
                <a:gridCol w="2000000"/>
                <a:gridCol w="2000000"/>
              </a:tblGrid>
              <a:tr h="370840">
                <a:tc>
                  <a:txBody>
                    <a:p>
                      <a:r>
                        <a:t>Product</a:t>
                      </a:r>
                    </a:p>
                  </a:txBody>
                </a:tc>
                <a:tc>
                  <a:txBody>
                    <a:p>
                      <a:r>
                        <a:t>Revenue</a:t>
                      </a:r>
                    </a:p>
                  </a:txBody>
                </a:tc>
              </a:tr>
              <a:tr h="370840">
                <a:tc>
                  <a:txBody>
                    <a:p>
                      <a:r>
                        <a:t>Widget A</a:t>
                      </a:r>
                    </a:p>
                  </a:txBody>
                </a:tc>
                <a:tc>
                  <a:txBody>
                    <a:p>
                      <a:r>
                        <a:t>50000</a:t>
                      </a:r>
                    </a:p>
                  </a:txBody>
                </a:tc>
              </a:tr>
              <a:tr h="370840">
                <a:tc>
                  <a:txBody>
                    <a:p>
                      <a:r>
                        <a:t>Widget B</a:t>
                      </a:r>
                    </a:p>
                  </a:txBody>
                </a:tc>
                <a:tc>
                  <a:txBody>
                    <a:p>
                      <a:r>
                        <a:t>75000</a:t>
                      </a:r>
                    </a:p>
                  </a:txBody>
                </a:tc>
              </a:tr>
            </a:tbl>
          </a:graphicData>
        </a:graphic>
      </p:graphicFrame>
    </p:spTree>
  </p:cSld>
</p:sld>
</file>